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volunteers first. Everything in this deck is demo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14 percent rise is 1,042 to 1,186 households.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Referral partners: 23 agencies, up from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Q4 forecast is 1,300 if the trend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new van drivers started in September; we still need three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van lease ends on 30 November 2026. The renewal quote is £4,200 a year, up from £3,100. The board must decide by 15 November whether to renew or buy.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Reserves policy says 6 months minimum.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Approved 5 to 1 at the meeting; the treasurer voted against on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Winter demand last year peaked in the week before Christmas.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board meeting: 20 January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Riverside Food 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Q3 2026 board update (DEMO: fictional organisation)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Households helped up 14 percent on Q2</a:t>
            </a:r>
          </a:p>
          <a:p>
            <a:r>
              <a:rPr sz="2400"/>
              <a:t>Volunteer hours 3,950</a:t>
            </a:r>
          </a:p>
          <a:p>
            <a:r>
              <a:rPr sz="2400"/>
              <a:t>Food donated 18.2 tonnes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demand came from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Most new referrals came from the two GP surgeries</a:t>
            </a:r>
          </a:p>
          <a:p>
            <a:r>
              <a:rPr sz="2400"/>
              <a:t>School holiday weeks were busiest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Households helped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Households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Parcels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2,410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2,655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3,020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Volunteers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112 active volunteers</a:t>
            </a:r>
          </a:p>
          <a:p>
            <a:r>
              <a:rPr sz="2400"/>
              <a:t>Saturday shifts are short of drivers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One van, 6 years old</a:t>
            </a:r>
          </a:p>
          <a:p>
            <a:r>
              <a:rPr sz="2400"/>
              <a:t>Fuel costs up 9 percent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Q3 income £41,300</a:t>
            </a:r>
          </a:p>
          <a:p>
            <a:r>
              <a:rPr sz="2400"/>
              <a:t>Q3 spending £38,900</a:t>
            </a:r>
          </a:p>
          <a:p>
            <a:r>
              <a:rPr sz="2400"/>
              <a:t>Reserves cover 7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Approve a second chest freezer, £1,500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Winter demand</a:t>
            </a:r>
          </a:p>
          <a:p>
            <a:r>
              <a:rPr sz="2400"/>
              <a:t>Driver shortage</a:t>
            </a:r>
          </a:p>
          <a:p>
            <a:r>
              <a:rPr sz="2400"/>
              <a:t>Lease renewal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Recruit drivers</a:t>
            </a:r>
          </a:p>
          <a:p>
            <a:r>
              <a:rPr sz="2400"/>
              <a:t>Decide on the van</a:t>
            </a:r>
          </a:p>
          <a:p>
            <a:r>
              <a:rPr sz="2400"/>
              <a:t>Winter appeal launches 1 November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